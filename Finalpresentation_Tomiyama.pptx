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50" d="100"/>
          <a:sy n="50" d="100"/>
        </p:scale>
        <p:origin x="471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D3D185-F8AF-AA31-2F10-CED659A07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696CE9-0D43-9C1C-5142-19ABDF056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B3706B-0AF4-0EA1-5DF6-4EE5B6D0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E11C33-61A0-CEEA-1EB6-361D24BC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2C2AF6-2D12-5B24-43A3-FA6B4CD9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451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2AA935-3E49-6E02-936F-33D14B0D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FB8021-84A7-309F-FF6D-614018725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A5E625-5334-722F-22AF-D9DB0D2B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A7CD-0C4F-A2FC-A7CC-B15AFEDE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1BB675-9933-3924-37F0-678125BF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66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DEE50-44AD-120E-7EA0-7238DE08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288D76-DA17-05B2-ADFF-7521C16EF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5AB1FB-7B31-1B94-5644-A8F1B725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A25CE2-4BFA-2CFB-49A7-349A9590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2888D9-576C-EC8A-0E3D-27D77048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47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AA8A7C-52BE-FDAB-1924-D226658E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2B18BE-6251-8A25-B775-51C6D5FB3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E78FFE-D9BF-7669-F60A-72D18FA4F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4EF896-EA98-483E-DFC3-D3ED5097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BE9516-4946-6C94-D1DB-DC15A366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ECA5D3-2D2C-22F1-56CE-C41CB4AA9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84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B9F3F-8A07-0150-B309-B9C796B3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FFB458-C90E-102D-A8DA-8C497161F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BF5C7F-E6DF-9287-3787-2FE886880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A78DF49-B058-73AB-814B-8C40123EC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18AD685-0555-2236-F2FE-98D5074E7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BC95BD-D774-E249-4CC6-C99728CC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0EF91F-4F74-8A22-FEB1-330A5F9E9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23FCAC-E0B5-D701-3C17-8EC44921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39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444F9-CF91-57E6-1055-E7A8D90EC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41419C-8EA9-C0D7-6561-6B79F32F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D02B09-C598-06AB-6E12-F690FF54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8F5347F-54D1-67AD-2779-4B209584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97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8FDE0F6-D888-962D-D3CD-45DE06C9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DFD813-014C-9DA5-A449-214E7191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ABE8CE-5C2A-5E1C-B26D-26BAC4A3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78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D3437-3208-672B-F07C-81130615B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CAB311-5CF2-BAF8-9773-54803A96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F17329-7667-F29A-AD93-6353024BC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AA6A5D-083C-DA08-5FD2-ECC51AD0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423943E-53ED-99CE-29C3-4F9755D6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63D5AB-6D7E-EEC4-D96D-F3ECAFE5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339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F5D49-8009-E3A0-889B-D6D27D7A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078BE3A-5C4D-EA7B-3ABA-7559C10BB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4EF9F2-AE84-5151-261E-41DB9E2EF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3D4706-9863-6967-EE86-31099C45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8358C8-3465-E20C-C2AE-F1509213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A0B751-2FE0-EF89-8480-54ACB35D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19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EFE7A-DC93-AFD6-EF12-4A618E56E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1887FC-DA68-AA63-EAD0-C440318F4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1FD645-1A37-ACD2-C2D6-B9659B99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FC0953-DCB7-C994-955B-460431AE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8E4469-8C4F-5420-E04C-C3E26FFE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953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59BE3A4-3B61-C246-7354-8ADAE6DE9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A151EC-4D99-D92A-6477-07060B7C8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A95362-5C0F-AD19-05AF-A0F46C6C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A24DBC-BC5E-4E35-7957-E9EEA70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A43528-EAD9-7588-B843-5BB5F062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5507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70FF9D-B3D0-D52F-E332-974D7210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1D4B11-E17D-E801-E22B-DF3990951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BB95F6-B307-372F-6B93-5A003D16A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49BBD-502F-4CF7-9E30-6F4C816BBC43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237FEC-584F-9218-88B1-DD0039384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495439-0B1B-F07B-04B2-E4E86D89F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4C7EF-25AF-418F-ABAE-CCB54C81FA1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68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DFAB47-593D-CD23-690C-36653E1FF3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Binary Classification Using Movie Revies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DCE33C4-8F10-D8CE-E172-F18F44CB5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endParaRPr lang="en-US" altLang="ja-JP" sz="3200" dirty="0"/>
          </a:p>
          <a:p>
            <a:pPr algn="r"/>
            <a:r>
              <a:rPr kumimoji="1" lang="en-US" altLang="ja-JP" sz="3200" dirty="0"/>
              <a:t>Ryo Tomiyama(5E)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95382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B2E53-C1F1-F56D-582D-BE6EFA73B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Background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A701B5-099F-D082-FCC6-5F1B95E21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sz="3200" dirty="0"/>
              <a:t>When looking at social media  and similar platforms, we often see both positive and negative opinions mixed together about topics we like.</a:t>
            </a:r>
          </a:p>
          <a:p>
            <a:endParaRPr lang="en-US" altLang="ja-JP" dirty="0"/>
          </a:p>
          <a:p>
            <a:r>
              <a:rPr lang="en-US" altLang="ja-JP" sz="3200" dirty="0"/>
              <a:t>I thought it would be convenient if we could use machine learning to distinguish between positive and negative opinions.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353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FD901-5713-DD2B-E370-B6FFFD62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Objective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D42804-33C0-3F56-2CB1-C27170AD6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3200" dirty="0"/>
              <a:t>Using machine learning to determine whether a text expresses a positive or negative opinion.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6175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A4DC2A-279B-BC18-C5D9-77FCE4628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Deta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66B0B9-1244-08B6-C10B-A7E1E78F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3200" dirty="0"/>
              <a:t>50,000 movie reviews provided by the Internet Movie Database. Positive and negative reviews are evenly split, with 50% each.</a:t>
            </a:r>
          </a:p>
          <a:p>
            <a:r>
              <a:rPr lang="en-US" altLang="ja-JP" sz="3200" dirty="0"/>
              <a:t>As preprocessing, only the 10,000 most frequently occurring words in the training data are retained, and words with low frequency are discarded.</a:t>
            </a:r>
            <a:endParaRPr lang="en-US" altLang="ja-JP" sz="3600" dirty="0"/>
          </a:p>
        </p:txBody>
      </p:sp>
      <p:pic>
        <p:nvPicPr>
          <p:cNvPr id="7" name="図 6" descr="食器, プレート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E78916B-CC0F-C2C1-CC38-EFCD2A60C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535" y="4686850"/>
            <a:ext cx="3553265" cy="1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7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C3FE10-2B6B-E7E5-B105-F69A1E9B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Method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4F21B7-74B7-CC8A-6BE9-7D31C588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3200" dirty="0"/>
              <a:t>Assign numbers to words and convert reviews into lists of numbers.</a:t>
            </a:r>
          </a:p>
          <a:p>
            <a:endParaRPr kumimoji="1" lang="en-US" altLang="ja-JP" dirty="0"/>
          </a:p>
          <a:p>
            <a:r>
              <a:rPr lang="en-US" altLang="ja-JP" sz="3200" dirty="0"/>
              <a:t>Vectorize the reviews using multi-hot encoding.</a:t>
            </a:r>
          </a:p>
          <a:p>
            <a:endParaRPr kumimoji="1" lang="en-US" altLang="ja-JP" sz="3200" dirty="0"/>
          </a:p>
          <a:p>
            <a:r>
              <a:rPr lang="en-US" altLang="ja-JP" sz="3200" dirty="0"/>
              <a:t>Train the model on this data to perform binary classification of the reviews.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3583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0F06FE-9AB5-CE18-0211-DA33BB3A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Result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39BD1B5D-BEC6-0037-B1C0-34DCB0862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997" y="1918871"/>
            <a:ext cx="5182002" cy="3955280"/>
          </a:xfrm>
          <a:prstGeom prst="rect">
            <a:avLst/>
          </a:prstGeom>
        </p:spPr>
      </p:pic>
      <p:pic>
        <p:nvPicPr>
          <p:cNvPr id="5" name="図 4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CD357AFD-A4A9-CA6B-EFD3-01B1B38CC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26692"/>
            <a:ext cx="5054221" cy="395528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491D6A4-6E10-6B36-FC5A-60EEF7A3C000}"/>
              </a:ext>
            </a:extLst>
          </p:cNvPr>
          <p:cNvSpPr txBox="1"/>
          <p:nvPr/>
        </p:nvSpPr>
        <p:spPr>
          <a:xfrm>
            <a:off x="7861111" y="60897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損失関数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FEB7505-6274-C4B0-E833-BEFF944CF00C}"/>
              </a:ext>
            </a:extLst>
          </p:cNvPr>
          <p:cNvSpPr txBox="1"/>
          <p:nvPr/>
        </p:nvSpPr>
        <p:spPr>
          <a:xfrm>
            <a:off x="3011859" y="60722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正解率</a:t>
            </a:r>
          </a:p>
        </p:txBody>
      </p:sp>
    </p:spTree>
    <p:extLst>
      <p:ext uri="{BB962C8B-B14F-4D97-AF65-F5344CB8AC3E}">
        <p14:creationId xmlns:p14="http://schemas.microsoft.com/office/powerpoint/2010/main" val="2987435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A91D7-6390-5DDA-94A2-9F8D5478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Consideration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6F6DB5-09FA-31BB-478D-68F1C239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3200" dirty="0"/>
              <a:t>Overfitting began after about 4 epochs, and the accuracy did not reach 90%.</a:t>
            </a:r>
            <a:endParaRPr kumimoji="1" lang="en-US" altLang="ja-JP" sz="3200" dirty="0"/>
          </a:p>
          <a:p>
            <a:r>
              <a:rPr lang="en-US" altLang="ja-JP" sz="3200" dirty="0"/>
              <a:t>I also thought that adjusting hyperparameters, using a larger dataset, or increasing the number of frequent words could improve the accuracy.</a:t>
            </a:r>
            <a:endParaRPr kumimoji="1" lang="en-US" altLang="ja-JP" sz="3200" dirty="0"/>
          </a:p>
          <a:p>
            <a:r>
              <a:rPr lang="en-US" altLang="ja-JP" sz="3200" dirty="0"/>
              <a:t>In the future, I would like to try classifying not just binary labels of negative and positive, but various other emotions as well.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1157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224</Words>
  <Application>Microsoft Office PowerPoint</Application>
  <PresentationFormat>ワイド画面</PresentationFormat>
  <Paragraphs>25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Binary Classification Using Movie Revies</vt:lpstr>
      <vt:lpstr>Background</vt:lpstr>
      <vt:lpstr>Objective</vt:lpstr>
      <vt:lpstr>Deta</vt:lpstr>
      <vt:lpstr>Method</vt:lpstr>
      <vt:lpstr>Result</vt:lpstr>
      <vt:lpstr>Consideration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E21_富山諒_旭川</dc:creator>
  <cp:lastModifiedBy>E21_富山諒_旭川</cp:lastModifiedBy>
  <cp:revision>2</cp:revision>
  <dcterms:created xsi:type="dcterms:W3CDTF">2026-02-01T19:15:06Z</dcterms:created>
  <dcterms:modified xsi:type="dcterms:W3CDTF">2026-02-02T02:28:25Z</dcterms:modified>
</cp:coreProperties>
</file>